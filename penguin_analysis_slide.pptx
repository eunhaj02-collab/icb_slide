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Penguin Dataset Analysis Report</a:t>
            </a:r>
            <a:br/>
            <a:br/>
            <a:r>
              <a:rPr/>
              <a:t>Data Analysis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December 23,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종합 분석 프로젝트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데이터셋 소개 및 개요</a:t>
            </a:r>
          </a:p>
          <a:p>
            <a:pPr lvl="0"/>
            <a:r>
              <a:rPr/>
              <a:t>기본 통계 분석</a:t>
            </a:r>
          </a:p>
          <a:p>
            <a:pPr lvl="0"/>
            <a:r>
              <a:rPr/>
              <a:t>시각화 분석 (12개 그래프)</a:t>
            </a:r>
          </a:p>
          <a:p>
            <a:pPr lvl="0"/>
            <a:r>
              <a:rPr/>
              <a:t>교차표 및 피봇테이블 분석</a:t>
            </a:r>
          </a:p>
          <a:p>
            <a:pPr lvl="0"/>
            <a:r>
              <a:rPr/>
              <a:t>종합 인사이트</a:t>
            </a:r>
          </a:p>
          <a:p>
            <a:pPr lvl="0"/>
            <a:r>
              <a:rPr/>
              <a:t>결론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 데이터셋 개요</a:t>
            </a:r>
          </a:p>
          <a:p>
            <a:pPr lvl="0" indent="0" marL="0">
              <a:buNone/>
            </a:pPr>
            <a:r>
              <a:rPr b="1"/>
              <a:t>데이터셋 크기</a:t>
            </a:r>
            <a:r>
              <a:rPr/>
              <a:t>: 344 행, 7 열</a:t>
            </a:r>
          </a:p>
          <a:p>
            <a:pPr lvl="0" indent="0" marL="0">
              <a:buNone/>
            </a:pPr>
            <a:r>
              <a:rPr b="1"/>
              <a:t>주요 변수</a:t>
            </a:r>
            <a:r>
              <a:rPr/>
              <a:t>: - species (종): Adelie, Chinstrap, Gentoo - island (섬): Biscoe, Dream, Torgersen - bill_length_mm (부리 길이) - bill_depth_mm (부리 깊이) - flipper_length_mm (날개 길이) - body_mass_g (체질량) - sex (성별): Male, Female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기본 통계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수치형 변수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최솟값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최댓값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4201.75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801.95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6300.0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범주형 변수 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종별, 섬별, 성별 분포</a:t>
            </a:r>
          </a:p>
          <a:p>
            <a:pPr lvl="0" indent="0" marL="0">
              <a:buNone/>
            </a:pPr>
            <a:r>
              <a:rPr b="1"/>
              <a:t>종 분포</a:t>
            </a:r>
            <a:r>
              <a:rPr/>
              <a:t>: - Adelie: 152개 (44.2%) - Gentoo: 124개 (36.0%) - Chinstrap: 68개 (19.8%)</a:t>
            </a:r>
          </a:p>
          <a:p>
            <a:pPr lvl="0" indent="0" marL="0">
              <a:buNone/>
            </a:pPr>
            <a:r>
              <a:rPr b="1"/>
              <a:t>섬 분포</a:t>
            </a:r>
            <a:r>
              <a:rPr/>
              <a:t>: - Biscoe: 168개 (48.8%) - Dream: 124개 (36.0%) - Torgersen: 52개 (15.1%)</a:t>
            </a:r>
          </a:p>
          <a:p>
            <a:pPr lvl="0" indent="0" marL="0">
              <a:buNone/>
            </a:pPr>
            <a:r>
              <a:rPr b="1"/>
              <a:t>성별 분포</a:t>
            </a:r>
            <a:r>
              <a:rPr/>
              <a:t>: - Male: 168개 (50.3%) - Female: 165개 (49.3%)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1: 종별 펭귄 개수</a:t>
            </a:r>
          </a:p>
        </p:txBody>
      </p:sp>
      <p:pic>
        <p:nvPicPr>
          <p:cNvPr descr="graph_01_species_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Species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Adelie</a:t>
            </a:r>
            <a:r>
              <a:rPr/>
              <a:t> 종이 가장 많은 개체 수를 차지 (152개)</a:t>
            </a:r>
          </a:p>
          <a:p>
            <a:pPr lvl="0"/>
            <a:r>
              <a:rPr/>
              <a:t>Gentoo 종이 두 번째로 많음 (124개)</a:t>
            </a:r>
          </a:p>
          <a:p>
            <a:pPr lvl="0"/>
            <a:r>
              <a:rPr/>
              <a:t>Chinstrap 종이 가장 적은 개체 수 (68개)</a:t>
            </a:r>
          </a:p>
          <a:p>
            <a:pPr lvl="0"/>
            <a:r>
              <a:rPr/>
              <a:t>세 종 모두 비교적 균형있는 표본 크기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2: 종과 섬별 펭귄 개수</a:t>
            </a:r>
          </a:p>
        </p:txBody>
      </p:sp>
      <p:pic>
        <p:nvPicPr>
          <p:cNvPr descr="graph_02_species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Species and Island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Adelie</a:t>
            </a:r>
            <a:r>
              <a:rPr/>
              <a:t>: 모든 섬에서 발견 (분포가 가장 넓음)</a:t>
            </a:r>
          </a:p>
          <a:p>
            <a:pPr lvl="1"/>
            <a:r>
              <a:rPr/>
              <a:t>Biscoe (44개), Dream (56개), Torgersen (52개)</a:t>
            </a:r>
          </a:p>
          <a:p>
            <a:pPr lvl="0"/>
            <a:r>
              <a:rPr b="1"/>
              <a:t>Gentoo</a:t>
            </a:r>
            <a:r>
              <a:rPr/>
              <a:t>: Biscoe 섬에만 집중 (124개, 100%)</a:t>
            </a:r>
          </a:p>
          <a:p>
            <a:pPr lvl="0"/>
            <a:r>
              <a:rPr b="1"/>
              <a:t>Chinstrap</a:t>
            </a:r>
            <a:r>
              <a:rPr/>
              <a:t>: Dream 섬에만 분포 (68개, 100%)</a:t>
            </a:r>
          </a:p>
          <a:p>
            <a:pPr lvl="0"/>
            <a:r>
              <a:rPr/>
              <a:t>각 종이 특정 섬에 고유한 특성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3: 부리 길이 분포</a:t>
            </a:r>
          </a:p>
        </p:txBody>
      </p:sp>
      <p:pic>
        <p:nvPicPr>
          <p:cNvPr descr="graph_03_bill_length_d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9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Bill Length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/>
              <a:t>부리 길이는 약 32mm~60mm 범위로 분포</a:t>
            </a:r>
          </a:p>
          <a:p>
            <a:pPr lvl="0"/>
            <a:r>
              <a:rPr/>
              <a:t>좌측으로 약간 치우친 분포 (평균 43.92mm)</a:t>
            </a:r>
          </a:p>
          <a:p>
            <a:pPr lvl="0"/>
            <a:r>
              <a:rPr/>
              <a:t>종별로 다른 분포 특성:</a:t>
            </a:r>
          </a:p>
          <a:p>
            <a:pPr lvl="1"/>
            <a:r>
              <a:rPr/>
              <a:t>Adelie: 35~46mm (가장 작음)</a:t>
            </a:r>
          </a:p>
          <a:p>
            <a:pPr lvl="1"/>
            <a:r>
              <a:rPr/>
              <a:t>Chinstrap: 41~58mm (중간)</a:t>
            </a:r>
          </a:p>
          <a:p>
            <a:pPr lvl="1"/>
            <a:r>
              <a:rPr/>
              <a:t>Gentoo: 41~60mm (가장 큼)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4: 부리 길이 vs 부리 깊이 산점도</a:t>
            </a:r>
          </a:p>
        </p:txBody>
      </p:sp>
      <p:pic>
        <p:nvPicPr>
          <p:cNvPr descr="graph_04_bill_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Bill Scatter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강한 양의 상관관계</a:t>
            </a:r>
            <a:r>
              <a:rPr/>
              <a:t>: 부리 길이와 깊이가 양의 상관</a:t>
            </a:r>
          </a:p>
          <a:p>
            <a:pPr lvl="0"/>
            <a:r>
              <a:rPr b="1"/>
              <a:t>종별 군집화</a:t>
            </a:r>
            <a:r>
              <a:rPr/>
              <a:t>: 세 종이 산점도에서 명확히 분리됨</a:t>
            </a:r>
          </a:p>
          <a:p>
            <a:pPr lvl="1"/>
            <a:r>
              <a:rPr/>
              <a:t>Adelie: 좌하단 (작은 부리)</a:t>
            </a:r>
          </a:p>
          <a:p>
            <a:pPr lvl="1"/>
            <a:r>
              <a:rPr/>
              <a:t>Gentoo: 우상단 (큰 부리)</a:t>
            </a:r>
          </a:p>
          <a:p>
            <a:pPr lvl="1"/>
            <a:r>
              <a:rPr/>
              <a:t>Chinstrap: 중간 위치</a:t>
            </a:r>
          </a:p>
          <a:p>
            <a:pPr lvl="0"/>
            <a:r>
              <a:rPr/>
              <a:t>부리 형태가 종의 중요한 식별 특성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5: 종별 체질량 분포</a:t>
            </a:r>
          </a:p>
        </p:txBody>
      </p:sp>
      <p:pic>
        <p:nvPicPr>
          <p:cNvPr descr="graph_05_body_mass_bo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Body Mass Boxplot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Gentoo</a:t>
            </a:r>
            <a:r>
              <a:rPr/>
              <a:t>가 가장 무거운 평균 체질량 (~5,076g)</a:t>
            </a:r>
          </a:p>
          <a:p>
            <a:pPr lvl="0"/>
            <a:r>
              <a:rPr b="1"/>
              <a:t>Adelie와 Chinstrap</a:t>
            </a:r>
            <a:r>
              <a:rPr/>
              <a:t>은 유사한 체질량 (~3,700g)</a:t>
            </a:r>
          </a:p>
          <a:p>
            <a:pPr lvl="0"/>
            <a:r>
              <a:rPr/>
              <a:t>Gentoo의 범위가 더 넓음 (변동성 높음)</a:t>
            </a:r>
          </a:p>
          <a:p>
            <a:pPr lvl="0"/>
            <a:r>
              <a:rPr/>
              <a:t>체질량은 종 간 명확한 차이를 보이는 특성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6: 종과 성별 날개 길이 분포</a:t>
            </a:r>
          </a:p>
        </p:txBody>
      </p:sp>
      <p:pic>
        <p:nvPicPr>
          <p:cNvPr descr="graph_06_flipper_viol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0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Flipper Violin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성별 간 명확한 차이</a:t>
            </a:r>
            <a:r>
              <a:rPr/>
              <a:t>: 수컷이 암컷보다 날개가 더 김</a:t>
            </a:r>
          </a:p>
          <a:p>
            <a:pPr lvl="1"/>
            <a:r>
              <a:rPr/>
              <a:t>모든 종에서 일관된 패턴</a:t>
            </a:r>
          </a:p>
          <a:p>
            <a:pPr lvl="0"/>
            <a:r>
              <a:rPr b="1"/>
              <a:t>종별 차이</a:t>
            </a:r>
            <a:r>
              <a:rPr/>
              <a:t>:</a:t>
            </a:r>
          </a:p>
          <a:p>
            <a:pPr lvl="1"/>
            <a:r>
              <a:rPr/>
              <a:t>Gentoo &gt; Chinstrap &gt; Adelie (날개 길이 순서)</a:t>
            </a:r>
          </a:p>
          <a:p>
            <a:pPr lvl="0"/>
            <a:r>
              <a:rPr b="1"/>
              <a:t>바이올린 플롯 형태</a:t>
            </a:r>
            <a:r>
              <a:rPr/>
              <a:t>: 분포의 다양성을 시각적으로 표현</a:t>
            </a:r>
          </a:p>
          <a:p>
            <a:pPr lvl="0"/>
            <a:r>
              <a:rPr/>
              <a:t>성 이형성(sexual dimorphism)이 명확함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7: 수치형 변수 상관계수 히트맵</a:t>
            </a:r>
          </a:p>
        </p:txBody>
      </p:sp>
      <p:pic>
        <p:nvPicPr>
          <p:cNvPr descr="graph_07_corre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18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강한 양의 상관</a:t>
            </a:r>
            <a:r>
              <a:rPr/>
              <a:t>: 모든 신체 측정값들이 양의 상관</a:t>
            </a:r>
          </a:p>
          <a:p>
            <a:pPr lvl="0"/>
            <a:r>
              <a:rPr b="1"/>
              <a:t>가장 강한 상관</a:t>
            </a:r>
            <a:r>
              <a:rPr/>
              <a:t>:</a:t>
            </a:r>
          </a:p>
          <a:p>
            <a:pPr lvl="1"/>
            <a:r>
              <a:rPr/>
              <a:t>체질량 vs 날개 길이 (r ≈ 0.87)</a:t>
            </a:r>
          </a:p>
          <a:p>
            <a:pPr lvl="1"/>
            <a:r>
              <a:rPr/>
              <a:t>부리 길이 vs 체질량 (r ≈ 0.59)</a:t>
            </a:r>
          </a:p>
          <a:p>
            <a:pPr lvl="0"/>
            <a:r>
              <a:rPr b="1"/>
              <a:t>약한 상관</a:t>
            </a:r>
            <a:r>
              <a:rPr/>
              <a:t>:</a:t>
            </a:r>
          </a:p>
          <a:p>
            <a:pPr lvl="1"/>
            <a:r>
              <a:rPr/>
              <a:t>부리 깊이 vs 다른 변수들 (상대적으로 약함)</a:t>
            </a:r>
          </a:p>
          <a:p>
            <a:pPr lvl="0"/>
            <a:r>
              <a:rPr/>
              <a:t>신체 크기가 통합적으로 증가하는 패턴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8: 부리 깊이 분포</a:t>
            </a:r>
          </a:p>
        </p:txBody>
      </p:sp>
      <p:pic>
        <p:nvPicPr>
          <p:cNvPr descr="graph_08_bill_depth_h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Bill Depth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/>
              <a:t>부리 깊이는 약 13mm~22mm 범위</a:t>
            </a:r>
          </a:p>
          <a:p>
            <a:pPr lvl="0"/>
            <a:r>
              <a:rPr/>
              <a:t>중심이 약 17mm 주변에 집중</a:t>
            </a:r>
          </a:p>
          <a:p>
            <a:pPr lvl="0"/>
            <a:r>
              <a:rPr b="1"/>
              <a:t>종별 차이</a:t>
            </a:r>
            <a:r>
              <a:rPr/>
              <a:t>:</a:t>
            </a:r>
          </a:p>
          <a:p>
            <a:pPr lvl="1"/>
            <a:r>
              <a:rPr/>
              <a:t>Adelie &amp; Chinstrap: 약 18mm (더 깊은 부리)</a:t>
            </a:r>
          </a:p>
          <a:p>
            <a:pPr lvl="1"/>
            <a:r>
              <a:rPr/>
              <a:t>Gentoo: 약 15mm (더 얕은 부리)</a:t>
            </a:r>
          </a:p>
          <a:p>
            <a:pPr lvl="0"/>
            <a:r>
              <a:rPr/>
              <a:t>부리 깊이는 종 간 특징을 구분하는 주요 지표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9: 주요 변수 간 관계 분석</a:t>
            </a:r>
          </a:p>
        </p:txBody>
      </p:sp>
      <p:pic>
        <p:nvPicPr>
          <p:cNvPr descr="graph_09_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Pairplot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 indent="0" marL="0">
              <a:buNone/>
            </a:pPr>
            <a:r>
              <a:rPr b="1"/>
              <a:t>부리 길이 vs 체질량 관계</a:t>
            </a:r>
            <a:r>
              <a:rPr/>
              <a:t>: - 강한 선형 관계 (r ≈ 0.59) - 더 긴 부리를 가진 펭귄이 일반적으로 더 무거움</a:t>
            </a:r>
          </a:p>
          <a:p>
            <a:pPr lvl="0" indent="0" marL="0">
              <a:buNone/>
            </a:pPr>
            <a:r>
              <a:rPr b="1"/>
              <a:t>섬별 분포</a:t>
            </a:r>
            <a:r>
              <a:rPr/>
              <a:t>: - Biscoe (가장 큰 표본) - Dream, Torgersen은 상대적으로 작은 표본</a:t>
            </a:r>
          </a:p>
          <a:p>
            <a:pPr lvl="0" indent="0" marL="0">
              <a:buNone/>
            </a:pPr>
            <a:r>
              <a:rPr b="1"/>
              <a:t>성별 분포</a:t>
            </a:r>
            <a:r>
              <a:rPr/>
              <a:t>: - 수컷이 암컷보다 전반적으로 더 큼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10: 체질량 분포 분석</a:t>
            </a:r>
          </a:p>
        </p:txBody>
      </p:sp>
      <p:pic>
        <p:nvPicPr>
          <p:cNvPr descr="graph_10_body_mass_d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9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Body Mass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 indent="0" marL="0">
              <a:buNone/>
            </a:pPr>
            <a:r>
              <a:rPr b="1"/>
              <a:t>히스토그램 분석</a:t>
            </a:r>
            <a:r>
              <a:rPr/>
              <a:t>: - 체질량은 약 2,700g~6,300g 범위 - 약 4,200g 근처에 집중 - 다봉(multimodal) 분포 가능성 (종별 혼재)</a:t>
            </a:r>
          </a:p>
          <a:p>
            <a:pPr lvl="0" indent="0" marL="0">
              <a:buNone/>
            </a:pPr>
            <a:r>
              <a:rPr b="1"/>
              <a:t>성별 박스플롯</a:t>
            </a:r>
            <a:r>
              <a:rPr/>
              <a:t>: - 수컷 평균: ~4,546g - 암컷 평균: ~3,862g - 약 684g의 평균 차이 - 수컷이 약 18% 더 무거움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11: 섬별 평균 체질량</a:t>
            </a:r>
          </a:p>
        </p:txBody>
      </p:sp>
      <p:pic>
        <p:nvPicPr>
          <p:cNvPr descr="graph_11_island_mass_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Island Mass Line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 b="1"/>
              <a:t>Biscoe 섬</a:t>
            </a:r>
            <a:r>
              <a:rPr/>
              <a:t>: 가장 무거운 평균 체질량 (~4,716g)</a:t>
            </a:r>
          </a:p>
          <a:p>
            <a:pPr lvl="1"/>
            <a:r>
              <a:rPr/>
              <a:t>Gentoo 종이 주를 이루기 때문</a:t>
            </a:r>
          </a:p>
          <a:p>
            <a:pPr lvl="0"/>
            <a:r>
              <a:rPr b="1"/>
              <a:t>Dream 섬</a:t>
            </a:r>
            <a:r>
              <a:rPr/>
              <a:t>: 중간 수준 (~3,713g)</a:t>
            </a:r>
          </a:p>
          <a:p>
            <a:pPr lvl="1"/>
            <a:r>
              <a:rPr/>
              <a:t>다양한 종의 혼합</a:t>
            </a:r>
          </a:p>
          <a:p>
            <a:pPr lvl="0"/>
            <a:r>
              <a:rPr b="1"/>
              <a:t>Torgersen 섬</a:t>
            </a:r>
            <a:r>
              <a:rPr/>
              <a:t>: 가장 가벼움 (~3,706g)</a:t>
            </a:r>
          </a:p>
          <a:p>
            <a:pPr lvl="1"/>
            <a:r>
              <a:rPr/>
              <a:t>Adelie 종만 분포</a:t>
            </a:r>
          </a:p>
          <a:p>
            <a:pPr lvl="0"/>
            <a:r>
              <a:rPr/>
              <a:t>섬과 종의 조합이 체질량 특성 결정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12: 성별 펭귄 개수</a:t>
            </a:r>
          </a:p>
        </p:txBody>
      </p:sp>
      <p:pic>
        <p:nvPicPr>
          <p:cNvPr descr="graph_12_sex_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9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Sex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 indent="0" marL="0">
              <a:buNone/>
            </a:pPr>
            <a:r>
              <a:rPr b="1"/>
              <a:t>전체 성별 분포</a:t>
            </a:r>
            <a:r>
              <a:rPr/>
              <a:t>: - 거의 균형잡힌 비율 (수컷 50.3%, 암컷 49.3%) - 표본이 성별로 균등하게 수집됨</a:t>
            </a:r>
          </a:p>
          <a:p>
            <a:pPr lvl="0" indent="0" marL="0">
              <a:buNone/>
            </a:pPr>
            <a:r>
              <a:rPr b="1"/>
              <a:t>종과 성별의 조합</a:t>
            </a:r>
            <a:r>
              <a:rPr/>
              <a:t>: - Adelie: 완벽한 성별 균형 (73M, 73F) - Gentoo: 수컷 약간 많음 (61M, 58F) - Chinstrap: 완벽한 성별 균형 (34M, 34F)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교차표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× 섬별 교차표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- 종의 지리적 분포가 매우 특화됨 - Gentoo는 Biscoe 독점, Chinstrap은 Dream 독점 - Adelie만이 모든 섬에 분포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피봇테이블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평균 신체 측정값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부리깊이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체질량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38.79mm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18.35mm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189.95mm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3,700.66g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48.83mm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18.42mm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195.82mm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3,733.09g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47.50mm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14.98mm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217.19mm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5,076.02g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주요 발견</a:t>
            </a:r>
            <a:r>
              <a:rPr/>
              <a:t>: - Gentoo: 날개가 매우 길고 체질량 큼 - Adelie: 전반적으로 가장 작은 신체 크기 - Chinstrap: 중간 크기, 특히 부리 길이 특성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인사이트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펭귄의 생물학적 특성 분석</a:t>
            </a:r>
          </a:p>
          <a:p>
            <a:pPr lvl="0" indent="0" marL="0">
              <a:buNone/>
            </a:pPr>
            <a:r>
              <a:rPr b="1"/>
              <a:t>1. 종 간 차별화</a:t>
            </a:r>
            <a:r>
              <a:rPr/>
              <a:t> - 세 펭귄 종은 신체 특징이 명확히 구분됨 - 특히 부리 길이/깊이와 체질량이 주요 식별 특성</a:t>
            </a:r>
          </a:p>
          <a:p>
            <a:pPr lvl="0" indent="0" marL="0">
              <a:buNone/>
            </a:pPr>
            <a:r>
              <a:rPr b="1"/>
              <a:t>2. 지리적 특이성</a:t>
            </a:r>
            <a:r>
              <a:rPr/>
              <a:t> - 각 종이 특정 섬에 고도로 특화됨 - Adelie만이 모든 서식지에 적응</a:t>
            </a:r>
          </a:p>
          <a:p>
            <a:pPr lvl="0" indent="0" marL="0">
              <a:buNone/>
            </a:pPr>
            <a:r>
              <a:rPr b="1"/>
              <a:t>3. 성 이형성</a:t>
            </a:r>
            <a:r>
              <a:rPr/>
              <a:t> - 모든 종에서 수컷이 암컷보다 큼 - 체질량 차이: 평균 684g (약 18%)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인사이트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생태학적 의미</a:t>
            </a:r>
          </a:p>
          <a:p>
            <a:pPr lvl="0" indent="0" marL="0">
              <a:buNone/>
            </a:pPr>
            <a:r>
              <a:rPr b="1"/>
              <a:t>4. 신체 크기 계층화</a:t>
            </a:r>
            <a:r>
              <a:rPr/>
              <a:t> - Gentoo (가장 큼) &gt; Chinstrap (중간) &gt; Adelie (가장 작음) - 이는 먹이 경쟁 회피 전략 시사</a:t>
            </a:r>
          </a:p>
          <a:p>
            <a:pPr lvl="0" indent="0" marL="0">
              <a:buNone/>
            </a:pPr>
            <a:r>
              <a:rPr b="1"/>
              <a:t>5. 상관관계 분석</a:t>
            </a:r>
            <a:r>
              <a:rPr/>
              <a:t> - 신체 크기 지표들이 강한 양의 상관 - 영양 상태와 환경 조건의 통합 영향</a:t>
            </a:r>
          </a:p>
          <a:p>
            <a:pPr lvl="0" indent="0" marL="0">
              <a:buNone/>
            </a:pPr>
            <a:r>
              <a:rPr b="1"/>
              <a:t>6. 데이터 품질</a:t>
            </a:r>
            <a:r>
              <a:rPr/>
              <a:t> - 높은 표본 수와 균형잡힌 성별 비율 - 결측치 최소 (344개 중 2개만 결측)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 및 향후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주요 결론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분류 정확도</a:t>
            </a:r>
            <a:r>
              <a:rPr/>
              <a:t>: 신체 측정값 만으로 종 분류 가능성 높음 ✓ </a:t>
            </a:r>
            <a:r>
              <a:rPr b="1"/>
              <a:t>서식지 특이성</a:t>
            </a:r>
            <a:r>
              <a:rPr/>
              <a:t>: 종별 독점적 서식지 선호 ✓ </a:t>
            </a:r>
            <a:r>
              <a:rPr b="1"/>
              <a:t>개체군 안정성</a:t>
            </a:r>
            <a:r>
              <a:rPr/>
              <a:t>: 균형잡힌 성별 비율과 표본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향후 연구 방향</a:t>
            </a:r>
          </a:p>
          <a:p>
            <a:pPr lvl="0"/>
            <a:r>
              <a:rPr/>
              <a:t>머신러닝을 이용한 종 분류 모델 구축</a:t>
            </a:r>
          </a:p>
          <a:p>
            <a:pPr lvl="0"/>
            <a:r>
              <a:rPr/>
              <a:t>시계열 데이터를 통한 개체군 변화 추적</a:t>
            </a:r>
          </a:p>
          <a:p>
            <a:pPr lvl="0"/>
            <a:r>
              <a:rPr/>
              <a:t>환경 변수(수온, 먹이 가용성 등)와의 상관 분석</a:t>
            </a:r>
          </a:p>
          <a:p>
            <a:pPr lvl="0"/>
            <a:r>
              <a:rPr/>
              <a:t>지구 온난화가 펭귄 서식지에 미치는 영향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펭귄 데이터셋 분석 보고서</dc:title>
  <dc:creator>Data Analysis Team</dc:creator>
  <cp:keywords/>
  <dcterms:created xsi:type="dcterms:W3CDTF">2025-12-23T13:18:17Z</dcterms:created>
  <dcterms:modified xsi:type="dcterms:W3CDTF">2025-12-23T13:18:17Z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December 23, 2025</vt:lpwstr>
  </property>
  <property fmtid="{D5CDD505-2E9C-101B-9397-08002B2CF9AE}" pid="3" name="subtitle">
    <vt:lpwstr>Penguin Dataset Analysis Report</vt:lpwstr>
  </property>
</Properties>
</file>