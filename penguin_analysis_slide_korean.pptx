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5" Type="http://schemas.openxmlformats.org/officeDocument/2006/relationships/viewProps" Target="viewProps.xml" /><Relationship Id="rId7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7" Type="http://schemas.openxmlformats.org/officeDocument/2006/relationships/tableStyles" Target="tableStyles.xml" /><Relationship Id="rId7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Penguin Dataset Analysis Report</a:t>
            </a:r>
            <a:br/>
            <a:br/>
            <a:r>
              <a:rPr/>
              <a:t>데이터 분석팀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2025년 12월 23일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 분석 보고서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종합 데이터 분석 프로젝트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안녕하십니까. 오늘은 펭귄 데이터셋을 기반으로 진행한 통계 분석과 시각화 결과를 발표하겠습니다. 이 프로젝트에서는 총 344개의 펭귄 표본을 대상으로 종별, 섬별, 성별 특성을 분석했습니다. 12개의 다양한 그래프와 교차표, 피봇테이블을 통해 펭귄의 생물학적 특성과 지리적 분포 패턴을 파악했습니다.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데이터셋 소개 및 개요</a:t>
            </a:r>
          </a:p>
          <a:p>
            <a:pPr lvl="0"/>
            <a:r>
              <a:rPr/>
              <a:t>기본 통계 분석</a:t>
            </a:r>
          </a:p>
          <a:p>
            <a:pPr lvl="0"/>
            <a:r>
              <a:rPr/>
              <a:t>시각화 분석 (12개 그래프)</a:t>
            </a:r>
          </a:p>
          <a:p>
            <a:pPr lvl="0"/>
            <a:r>
              <a:rPr/>
              <a:t>교차표 및 피봇테이블 분석</a:t>
            </a:r>
          </a:p>
          <a:p>
            <a:pPr lvl="0"/>
            <a:r>
              <a:rPr/>
              <a:t>종합 인사이트 및 발견</a:t>
            </a:r>
          </a:p>
          <a:p>
            <a:pPr lvl="0"/>
            <a:r>
              <a:rPr/>
              <a:t>결론 및 향후 연구 방향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본 발표는 다음과 같은 순서로 진행됩니다. 먼저 데이터셋의 구조와 변수들을 설명한 후, 기본 통계 정보를 제시합니다. 이어서 12개의 시각화 자료를 통해 각 변수 간의 관계를 분석하고, 교차표와 피봇테이블을 활용한 다차원 분석을 진행합니다. 마지막으로 도출된 인사이트와 결론을 정리하겠습니다.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데이터셋 소개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펭귄 데이터셋 개요</a:t>
            </a:r>
          </a:p>
          <a:p>
            <a:pPr lvl="0"/>
            <a:r>
              <a:rPr b="1"/>
              <a:t>총 표본 수</a:t>
            </a:r>
            <a:r>
              <a:rPr/>
              <a:t>: 344개 행 (결측치 제외: 342개)</a:t>
            </a:r>
          </a:p>
          <a:p>
            <a:pPr lvl="0"/>
            <a:r>
              <a:rPr b="1"/>
              <a:t>변수 개수</a:t>
            </a:r>
            <a:r>
              <a:rPr/>
              <a:t>: 7개 컬럼</a:t>
            </a:r>
          </a:p>
          <a:p>
            <a:pPr lvl="0"/>
            <a:r>
              <a:rPr b="1"/>
              <a:t>조사 기간</a:t>
            </a:r>
            <a:r>
              <a:rPr/>
              <a:t>: 2007-2009년</a:t>
            </a:r>
          </a:p>
          <a:p>
            <a:pPr lvl="0"/>
            <a:r>
              <a:rPr b="1"/>
              <a:t>조사 지역</a:t>
            </a:r>
            <a:r>
              <a:rPr/>
              <a:t>: 남극 팔머 반도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변수 설명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변수명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한국어명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측정 단위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변수 유형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범주형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범주형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길이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수치형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bill_depth_mm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깊이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수치형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flipper_length_mm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 길이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수치형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body_mass_g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체질량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수치형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성별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범주형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데이터셋은 남극의 팔머 반도에서 2007년부터 2009년까지 3년간 조사한 자료입니다. 세 가지 펭귄 종에 대해 신체 측정값과 기본 정보가 기록되어 있습니다. 부리 길이, 깊이, 날개 길이, 체질량 등 4개의 주요 신체 측정값과 종, 섬, 성별 정보로 구성되어 있습니다.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종(Species)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조사 대상 펭귄 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표본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152개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가장 작은 체형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가장 큰 체형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 크기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Total: 344개 표본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조사 대상은 세 가지 펭귄 종으로 구성되어 있습니다. Adelie 종이 전체의 44.2%로 가장 많은 표본을 차지하고 있으며, Gentoo 종은 36%, Chinstrap 종은 약 20%입니다. 이러한 표본 크기의 차이는 각 종의 분포 밀도와 접근성 차이를 반영합니다.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섬(Island)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조사 지역별 펭귄 분포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 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표본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종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168개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 우점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Adelie, Chinstrap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 우점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각 섬의 지리적 특성이 종 분포에 영향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남극 팔머 반도의 세 개 섬에서 조사가 진행되었습니다. Biscoe 섬이 가장 많은 표본을 제공했으며, Dream 섬과 Torgersen 섬의 순서입니다. 흥미롭게도 각 섬마다 주요 서식 종이 다르며, 이는 각 종의 지리적 특이성을 시사합니다.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성별(Sex)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조사 표본의 성별 구성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성별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표본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 체질량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수컷(Male)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168개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4,546g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암컷(Female)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165개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3,862g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미기록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성별 간 체질량 차이: 약 684g (약 18%)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표본의 성별 비율은 거의 균등하게 분포하고 있습니다. 흥미로운 점은 수컷이 암컷보다 평균 684그램 더 무거우며, 이는 약 18%의 체질량 차이입니다. 이러한 성 이형성은 모든 펭귄 종에서 일관되게 관찰되는 특성입니다.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기본 통계: 신체 측정값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수치형 변수의 기술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표준편차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최솟값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최댓값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길이(mm)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깊이(mm)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 길이(mm)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체질량(g)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4,201.75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801.95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2,700.0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6,300.0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신체 측정값들을 살펴보면, 부리 길이는 평균 43.92mm에서 약 5.46mm의 표준편차를 보입니다. 날개 길이는 평균 200.92mm로 가장 긴 신체 부위이며, 체질량은 평균 4.2kg으로 약 2.7kg에서 6.3kg 범위로 분포합니다. 모든 변수에서 상당한 개체 간 변이를 확인할 수 있습니다.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1: 종별 펭귄 개수</a:t>
            </a:r>
          </a:p>
        </p:txBody>
      </p:sp>
      <p:pic>
        <p:nvPicPr>
          <p:cNvPr descr="graph_01_species_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Species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 표본 분포 특성</a:t>
            </a:r>
          </a:p>
          <a:p>
            <a:pPr lvl="0"/>
            <a:r>
              <a:rPr b="1"/>
              <a:t>Adelie</a:t>
            </a:r>
            <a:r>
              <a:rPr/>
              <a:t>: 152개 - 가장 큰 표본 규모</a:t>
            </a:r>
          </a:p>
          <a:p>
            <a:pPr lvl="0"/>
            <a:r>
              <a:rPr b="1"/>
              <a:t>Gentoo</a:t>
            </a:r>
            <a:r>
              <a:rPr/>
              <a:t>: 124개 - 두 번째 규모</a:t>
            </a:r>
          </a:p>
          <a:p>
            <a:pPr lvl="0"/>
            <a:r>
              <a:rPr b="1"/>
              <a:t>Chinstrap</a:t>
            </a:r>
            <a:r>
              <a:rPr/>
              <a:t>: 68개 - 가장 작은 규모</a:t>
            </a:r>
          </a:p>
          <a:p>
            <a:pPr lvl="0"/>
            <a:r>
              <a:rPr/>
              <a:t>세 종 모두 충분한 표본 크기 확보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첫 번째 그래프에서 볼 수 있듯이, Adelie 종이 조사 표본의 44%를 차지합니다. 이는 남극 지역에서 가장 널리 분포하는 펭귄 종입니다. Gentoo는 36%, Chinstrap은 20%로, 세 종 모두 통계 분석에 충분한 표본 크기를 확보하고 있습니다. 이러한 표본 분포는 의도적인 균형 설계가 아닌 실제 개체군 분포를 반영합니다.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2: 종과 섬별 펭귄 개수</a:t>
            </a:r>
          </a:p>
        </p:txBody>
      </p:sp>
      <p:pic>
        <p:nvPicPr>
          <p:cNvPr descr="graph_02_species_isl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28800"/>
            <a:ext cx="2997200" cy="148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Species and Island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 지리적 분포 패턴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0개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각 종의 고도로 특화된 서식지 선호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매우 흥미로운 발견입니다. Gentoo 종은 Biscoe 섬에만 서식하며, Chinstrap 종은 Dream 섬에만 발견됩니다. 반면 Adelie 종은 세 섬 모두에서 발견되어 가장 넓은 분포 범위를 가집니다. 이는 종별 서식지 선호도의 차이와 경쟁 관계를 시사합니다.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3: 부리 길이 분포</a:t>
            </a:r>
          </a:p>
        </p:txBody>
      </p:sp>
      <p:pic>
        <p:nvPicPr>
          <p:cNvPr descr="graph_03_bill_length_d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55800"/>
            <a:ext cx="29972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Bill Length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부리 길이의 개체군 분포</a:t>
            </a:r>
          </a:p>
          <a:p>
            <a:pPr lvl="0"/>
            <a:r>
              <a:rPr b="1"/>
              <a:t>범위</a:t>
            </a:r>
            <a:r>
              <a:rPr/>
              <a:t>: 32.1mm ~ 59.6mm</a:t>
            </a:r>
          </a:p>
          <a:p>
            <a:pPr lvl="0"/>
            <a:r>
              <a:rPr b="1"/>
              <a:t>평균</a:t>
            </a:r>
            <a:r>
              <a:rPr/>
              <a:t>: 43.92mm</a:t>
            </a:r>
          </a:p>
          <a:p>
            <a:pPr lvl="0"/>
            <a:r>
              <a:rPr b="1"/>
              <a:t>표준편차</a:t>
            </a:r>
            <a:r>
              <a:rPr/>
              <a:t>: 5.46mm</a:t>
            </a:r>
          </a:p>
          <a:p>
            <a:pPr lvl="0"/>
            <a:r>
              <a:rPr b="1"/>
              <a:t>분포 형태</a:t>
            </a:r>
            <a:r>
              <a:rPr/>
              <a:t>: 약간의 좌측 치우침 (skewness)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종별 부리 길이 특성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범위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38.8mm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32.1~46.0mm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48.8mm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40.9~58.0mm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47.5mm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40.9~59.6mm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길이는 펭귄의 먹이 섭취 능력을 나타내는 중요한 지표입니다. 종별로 명확한 차이가 있는데, Adelie는 가장 짧은 부리를 가지고 있고, Chinstrap과 Gentoo는 더 긴 부리를 보유합니다. 이러한 부리 길이의 차이는 종별로 먹이원을 달리하거나 먹이 섭취 방식이 다를 가능성을 시사합니다.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4: 부리 길이 vs 부리 깊이 산점도</a:t>
            </a:r>
          </a:p>
        </p:txBody>
      </p:sp>
      <p:pic>
        <p:nvPicPr>
          <p:cNvPr descr="graph_04_bill_scat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Bill Scatter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부리 특성 간 상관관계</a:t>
            </a:r>
          </a:p>
          <a:p>
            <a:pPr lvl="0"/>
            <a:r>
              <a:rPr b="1"/>
              <a:t>양의 상관관계</a:t>
            </a:r>
            <a:r>
              <a:rPr/>
              <a:t>: 부리 길이와 깊이가 함께 증가</a:t>
            </a:r>
          </a:p>
          <a:p>
            <a:pPr lvl="0"/>
            <a:r>
              <a:rPr b="1"/>
              <a:t>상관계수</a:t>
            </a:r>
            <a:r>
              <a:rPr/>
              <a:t>: r ≈ 0.59 (중정도 양의 상관)</a:t>
            </a:r>
          </a:p>
          <a:p>
            <a:pPr lvl="0"/>
            <a:r>
              <a:rPr b="1"/>
              <a:t>종별 군집화</a:t>
            </a:r>
            <a:r>
              <a:rPr/>
              <a:t>: 세 종이 산점도에서 명확히 분리됨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부리 형태의 종 특이성</a:t>
            </a:r>
          </a:p>
          <a:p>
            <a:pPr lvl="0"/>
            <a:r>
              <a:rPr b="1"/>
              <a:t>Adelie</a:t>
            </a:r>
            <a:r>
              <a:rPr/>
              <a:t>: 좌하단 (가장 작은 부리)</a:t>
            </a:r>
          </a:p>
          <a:p>
            <a:pPr lvl="0"/>
            <a:r>
              <a:rPr b="1"/>
              <a:t>Gentoo</a:t>
            </a:r>
            <a:r>
              <a:rPr/>
              <a:t>: 우상단 (가장 큰 부리)</a:t>
            </a:r>
          </a:p>
          <a:p>
            <a:pPr lvl="0"/>
            <a:r>
              <a:rPr b="1"/>
              <a:t>Chinstrap</a:t>
            </a:r>
            <a:r>
              <a:rPr/>
              <a:t>: 중간 영역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산점도를 보면 부리 길이와 깊이 사이에 명확한 양의 상관관계가 있음을 알 수 있습니다. 더욱 흥미로운 점은 세 종이 산점도에서 거의 겹치지 않게 분리되어 있다는 것입니다. 이는 부리의 크기와 형태가 종 간 매우 다른 특성임을 의미하며, 부리 측정만으로도 종을 구분할 수 있는 가능성을 시사합니다.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5: 종별 체질량 분포</a:t>
            </a:r>
          </a:p>
        </p:txBody>
      </p:sp>
      <p:pic>
        <p:nvPicPr>
          <p:cNvPr descr="graph_05_body_mass_bo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29972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Body Mass Boxplot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 체질량 비교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중앙값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범위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3,700.66g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3,725g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2,850~4,800g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3,733.09g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3,688g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2,700~4,500g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5,076.02g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5,050g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3,950~6,300g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Gentoo는 다른 종보다 약 37% 더 무거움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체질량 분석에서 가장 눈에 띄는 결과는 Gentoo 종의 압도적인 체질량입니다. Adelie와 Chinstrap의 평균 체질량이 약 3.7kg인 반면, Gentoo는 5.1kg으로 약 1.4kg 더 무겁습니다. 이는 체질량이 종을 구분하는 가장 강력한 지표임을 의미합니다. 또한 Gentoo의 체질량 변동성도 더 크게 나타나고 있습니다.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6: 종과 성별 날개 길이 분포</a:t>
            </a:r>
          </a:p>
        </p:txBody>
      </p:sp>
      <p:pic>
        <p:nvPicPr>
          <p:cNvPr descr="graph_06_flipper_viol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0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Flipper Violin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날개 길이의 종과 성별 특성</a:t>
            </a:r>
          </a:p>
          <a:p>
            <a:pPr lvl="0" indent="0" marL="0">
              <a:buNone/>
            </a:pPr>
            <a:r>
              <a:rPr b="1"/>
              <a:t>성별 차이 (모든 종에서 일관적)</a:t>
            </a:r>
            <a:r>
              <a:rPr/>
              <a:t>: - 수컷(Male): 약 206.5mm - 암컷(Female): 약 197.4mm - 차이: 약 9.1mm (약 4.6% 더 큼)</a:t>
            </a:r>
          </a:p>
          <a:p>
            <a:pPr lvl="0" indent="0" marL="0">
              <a:buNone/>
            </a:pPr>
            <a:r>
              <a:rPr b="1"/>
              <a:t>종별 차이</a:t>
            </a:r>
            <a:r>
              <a:rPr/>
              <a:t>: - Adelie: 약 189.9mm (가장 짧음) - Chinstrap: 약 195.8mm (중간) - Gentoo: 약 217.2mm (가장 김)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 플롯을 통해 날개 길이의 분포와 변동성을 동시에 파악할 수 있습니다. 흥미로운 점은 성 이형성이 모든 종에서 일관되게 나타난다는 것입니다. 수컷 펭귄이 암컷보다 더 긴 날개를 가지며, 이는 체온 유지와 장거리 이동 능력에 유리할 수 있습니다. 또한 Gentoo의 날개가 Adelie보다 약 27mm 더 길어서, 종 간 차이가 매우 큽니다.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7: 수치형 변수 상관계수 히트맵</a:t>
            </a:r>
          </a:p>
        </p:txBody>
      </p:sp>
      <p:pic>
        <p:nvPicPr>
          <p:cNvPr descr="graph_07_corre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19200"/>
            <a:ext cx="29972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Correlation Matrix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신체 측정값 간 상관관계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변수 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상관계수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강도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체질량 vs 날개길이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매우 강함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부리길이 vs 체질량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부리길이 vs 날개길이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중간-강함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부리깊이 vs 다른 변수들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0.25~0.45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약함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상관계수 분석에서 가장 주목할 점은 체질량과 날개 길이 간의 매우 강한 양의 상관(r=0.87)입니다. 이는 크기가 큰 펭귄이 전반적으로 무겁다는 의미입니다. 흥미롭게도 부리 깊이는 다른 신체 측정값들과 약한 상관을 보이는데, 이는 부리 깊이가 다른 신체 부위와 독립적으로 변하는 특성을 가짐을 의미합니다.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8: 부리 깊이 분포</a:t>
            </a:r>
          </a:p>
        </p:txBody>
      </p:sp>
      <p:pic>
        <p:nvPicPr>
          <p:cNvPr descr="graph_08_bill_depth_h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29972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Bill Depth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부리 깊이의 범주별 특성</a:t>
            </a:r>
          </a:p>
          <a:p>
            <a:pPr lvl="0"/>
            <a:r>
              <a:rPr b="1"/>
              <a:t>범위</a:t>
            </a:r>
            <a:r>
              <a:rPr/>
              <a:t>: 13.1mm ~ 21.5mm</a:t>
            </a:r>
          </a:p>
          <a:p>
            <a:pPr lvl="0"/>
            <a:r>
              <a:rPr b="1"/>
              <a:t>평균</a:t>
            </a:r>
            <a:r>
              <a:rPr/>
              <a:t>: 17.15mm</a:t>
            </a:r>
          </a:p>
          <a:p>
            <a:pPr lvl="0"/>
            <a:r>
              <a:rPr b="1"/>
              <a:t>표준편차</a:t>
            </a:r>
            <a:r>
              <a:rPr/>
              <a:t>: 1.97mm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종별 부리 깊이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 깊이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18.35mm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깊은 부리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18.42mm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깊은 부리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14.98mm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얕은 부리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깊이는 다른 신체 특성과는 다른 패턴을 보입니다. Adelie와 Chinstrap은 부리 깊이가 유사하지만, Gentoo의 부리는 상대적으로 더 얕습니다. 이는 부리 길이와는 다른 진화적 적응을 시사합니다. 깊은 부리는 먹이를 꽉 쥐는 데 유리하고, 얕은 부리는 다른 먹이 섭취 방식에 적응했을 가능성이 있습니다.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그래프 9: 주요 변수 간 종합 관계</a:t>
            </a:r>
          </a:p>
        </p:txBody>
      </p:sp>
      <p:pic>
        <p:nvPicPr>
          <p:cNvPr descr="graph_09_pai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Pairplot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다변량 분석 결과</a:t>
            </a:r>
          </a:p>
          <a:p>
            <a:pPr lvl="0" indent="0" marL="0">
              <a:buNone/>
            </a:pPr>
            <a:r>
              <a:rPr b="1"/>
              <a:t>부리 길이 vs 체질량 관계</a:t>
            </a:r>
            <a:r>
              <a:rPr/>
              <a:t>: - 선형 관계 명확 (r ≈ 0.59) - 더 긴 부리의 펭귄이 일반적으로 더 무거움</a:t>
            </a:r>
          </a:p>
          <a:p>
            <a:pPr lvl="0" indent="0" marL="0">
              <a:buNone/>
            </a:pPr>
            <a:r>
              <a:rPr b="1"/>
              <a:t>섬별 분포 특성</a:t>
            </a:r>
            <a:r>
              <a:rPr/>
              <a:t>: - Biscoe: 가장 큰 표본 (168개) - Dream, Torgersen: 상대적으로 작은 표본</a:t>
            </a:r>
          </a:p>
          <a:p>
            <a:pPr lvl="0" indent="0" marL="0">
              <a:buNone/>
            </a:pPr>
            <a:r>
              <a:rPr b="1"/>
              <a:t>성별 차이의 일관성</a:t>
            </a:r>
            <a:r>
              <a:rPr/>
              <a:t>: - 모든 신체 측정값에서 수컷 &gt; 암컷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페어플롯은 여러 변수 간의 관계를 동시에 보여줍니다. 가장 중요한 발견은 모든 신체 측정값이 함께 증가하는 경향이 있다는 것입니다. 즉, 크기가 큰 펭귄은 부리가 길고, 날개가 길며, 체질량이 많습니다. 이는 개체군의 전반적인 영양 상태와 건강도가 여러 신체 특성에 반영됨을 의미합니다.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10: 체질량 분포 분석</a:t>
            </a:r>
          </a:p>
        </p:txBody>
      </p:sp>
      <p:pic>
        <p:nvPicPr>
          <p:cNvPr descr="graph_10_body_mass_d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55800"/>
            <a:ext cx="29972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Body Mass Distribution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전체 개체군의 체질량 분포</a:t>
            </a:r>
          </a:p>
          <a:p>
            <a:pPr lvl="0" indent="0" marL="0">
              <a:buNone/>
            </a:pPr>
            <a:r>
              <a:rPr b="1"/>
              <a:t>히스토그램 분석</a:t>
            </a:r>
            <a:r>
              <a:rPr/>
              <a:t>: - 범위: 2,700g ~ 6,300g - 집중도: 4,200g 근처 - 분포형: 다봉 분포 (종별 혼재)</a:t>
            </a:r>
          </a:p>
          <a:p>
            <a:pPr lvl="0" indent="0" marL="0">
              <a:buNone/>
            </a:pPr>
            <a:r>
              <a:rPr b="1"/>
              <a:t>성별 비교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성별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범위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4,546g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3,250~6,300g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3,862g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2,700~5,200g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체질량 히스토그램에서 다봉 분포가 명확히 보입니다. 이는 세 종의 체질량이 각각 다르기 때문입니다. 성별 박스플롯을 보면 수컷이 일관되게 더 무겁고, 변동성도 더 크다는 것을 알 수 있습니다. 이는 수컷이 암컷보다 다양한 크기로 분포하며, 평균적으로 더 크다는 의미입니다.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11: 섬별 평균 체질량 비교</a:t>
            </a:r>
          </a:p>
        </p:txBody>
      </p:sp>
      <p:pic>
        <p:nvPicPr>
          <p:cNvPr descr="graph_11_island_mass_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2997200" cy="1790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Island Mass Line Plot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섬별 체질량 특성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 체질량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4,716g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가장 무거움 (Gentoo 우점)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3,713g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 크기 (혼합 종)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3,706g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가장 가벼움 (Adelie 우점)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섬과 종의 조합이 평균 체질량 결정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섬별 평균 체질량의 차이는 흥미로운 생태학적 의미를 가집니다. Biscoe 섬의 평균 체질량이 가장 높은 이유는 이 섬에 Gentoo 종이 우점하기 때문입니다. 반면 Adelie 종이 주로 서식하는 Torgersen 섬의 평균 체질량이 가장 낮습니다. 이는 섬의 환경 조건이 다를 수 있으며, 각 종이 다른 환경 선호도를 가짐을 시사합니다.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그래프 12: 성별 펭귄 개수 분석</a:t>
            </a:r>
          </a:p>
        </p:txBody>
      </p:sp>
      <p:pic>
        <p:nvPicPr>
          <p:cNvPr descr="graph_12_sex_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55800"/>
            <a:ext cx="29972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2997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Sex Count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전체 성별 분포 현황</a:t>
            </a:r>
          </a:p>
          <a:p>
            <a:pPr lvl="0" indent="0" marL="0">
              <a:buNone/>
            </a:pPr>
            <a:r>
              <a:rPr b="1"/>
              <a:t>성별 구성</a:t>
            </a:r>
            <a:r>
              <a:rPr/>
              <a:t>: - 수컷(Male): 168개 (50.3%) - 암컷(Female): 165개 (49.3%) - 미기록: 11개 (3.2%)</a:t>
            </a:r>
          </a:p>
          <a:p>
            <a:pPr lvl="0" indent="0" marL="0">
              <a:buNone/>
            </a:pPr>
            <a:r>
              <a:rPr b="1"/>
              <a:t>종별 성비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1.05:1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표본의 성별 분포는 거의 완벽하게 균형잡혀 있습니다. Adelie와 Chinstrap은 정확히 1:1의 비율을 보이며, Gentoo도 거의 균등합니다. 이는 조사팀이 의도적으로 성별 균형을 맞췄거나, 실제 자연 개체군에서 이러한 균형이 존재함을 의미합니다. 균형잡힌 성비는 통계 분석의 신뢰도를 높입니다.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교차표 분석 (1): 종 × 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종과 섬의 관계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합계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합계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지리적 격리의 증거</a:t>
            </a:r>
            <a:r>
              <a:rPr/>
              <a:t>: - Gentoo: Biscoe 섬에 100% 집중 - Chinstrap: Dream 섬에만 분포 - Adelie: 모든 섬에 분산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교차표는 펭귄의 지리적 분포에서 가장 중요한 패턴을 보여줍니다. 각 종이 특정 섬에 고도로 특화되어 있으며, 이는 장기간의 지리적 격리와 적응을 시사합니다. Adelie 만이 모든 섬에서 발견되는데, 이는 이 종이 다양한 환경에 적응할 수 있는 능력이 있음을 의미합니다.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교차표 분석 (2): 섬 × 성별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섬별 성별 분포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미기록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합계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합계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성비의 지역적 일관성</a:t>
            </a:r>
            <a:r>
              <a:rPr/>
              <a:t>: - 모든 섬에서 거의 균등한 1:1 비율 - 조사의 균형잡힌 설계 확인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섬별 성비를 보면 모든 지역에서 거의 1:1 비율을 유지합니다. 이는 지리적 위치와 무관하게 일관된 성비를 보이는 현상입니다. 자연 개체군에서 이러한 일관성이 유지되는 것은 생식 성공률이 성별과 무관하거나, 생존율이 균등함을 시사합니다.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피봇테이블 분석 (1): 종별 평균값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 신체 측정값 평균 비교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부리깊이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날개길이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체질량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38.79mm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18.35mm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189.95mm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3,700.66g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48.83mm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18.42mm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195.82mm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3,733.09g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47.50mm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14.98mm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217.19mm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5,076.02g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종별 특성 요약</a:t>
            </a:r>
          </a:p>
          <a:p>
            <a:pPr lvl="0"/>
            <a:r>
              <a:rPr b="1"/>
              <a:t>Adelie</a:t>
            </a:r>
            <a:r>
              <a:rPr/>
              <a:t>: 전반적으로 가장 작은 신체</a:t>
            </a:r>
          </a:p>
          <a:p>
            <a:pPr lvl="0"/>
            <a:r>
              <a:rPr b="1"/>
              <a:t>Chinstrap</a:t>
            </a:r>
            <a:r>
              <a:rPr/>
              <a:t>: 부리가 가장 길고 깊음</a:t>
            </a:r>
          </a:p>
          <a:p>
            <a:pPr lvl="0"/>
            <a:r>
              <a:rPr b="1"/>
              <a:t>Gentoo</a:t>
            </a:r>
            <a:r>
              <a:rPr/>
              <a:t>: 날개가 길고 체질량이 많음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피봇테이블은 세 종의 신체적 특성을 한눈에 비교할 수 있게 합니다. 각 종은 고유한 신체 특성의 조합을 가지고 있습니다. Adelie는 모든 측정값에서 가장 작고, Gentoo는 가장 크며, Chinstrap은 특히 부리에서 특이한 특징을 보입니다. 이러한 차이는 먹이 섭취 전략과 서식지 선택을 반영할 가능성이 높습니다.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피봇테이블 분석 (2): 종 × 성별 부리길이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종과 성별에 따른 평균 부리 길이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차이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37.26mm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40.39mm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3.13mm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46.57mm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51.09mm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4.52mm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45.56mm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49.47mm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3.91mm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성 이형성의 일관성</a:t>
            </a:r>
            <a:r>
              <a:rPr/>
              <a:t>: - 모든 종에서 수컷이 더 긴 부리 - Chinstrap에서 가장 큰 성별 차이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성별 간 부리 길이 차이는 모든 종에서 일관되게 수컷이 더 깁니다. 이는 전형적인 성 이형성입니다. 특히 Chinstrap 종에서 성별 차이가 가장 크게 나타나는데, 이는 수컷이 짝짓기 경쟁에서 더 큰 부리를 이용할 가능성을 시사합니다.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피봇테이블 분석 (3): 종 × 성별 체질량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종과 성별에 따른 평균 체질량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차이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3,368.84g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4,043.49g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674.65g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3,527.21g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3,938.97g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411.76g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4,679.74g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5,484.84g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805.10g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17.2%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성 이형성의 크기 차이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체질량에서 보이는 성 이형성은 더욱 뚜렷합니다. Adelie 수컷은 암컷보다 약 20% 무겁고, Chinstrap도 약 12%, Gentoo는 약 17% 무겁습니다. 절대값으로는 Gentoo에서 805g의 차이가 가장 크지만, 상대적인 차이는 Adelie가 가장 큽니다.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인사이트 (1): 생물학적 특성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펭귄의 주요 특징 분석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종 간 차별화</a:t>
            </a:r>
          </a:p>
          <a:p>
            <a:pPr lvl="0"/>
            <a:r>
              <a:rPr/>
              <a:t>세 펭귄 종은 신체 특징이 명확히 구분됨</a:t>
            </a:r>
          </a:p>
          <a:p>
            <a:pPr lvl="0"/>
            <a:r>
              <a:rPr/>
              <a:t>특히 부리 길이/깊이와 체질량이 주요 식별 특성</a:t>
            </a:r>
          </a:p>
          <a:p>
            <a:pPr lvl="0"/>
            <a:r>
              <a:rPr/>
              <a:t>신체 특징만으로 종 분류 가능성 매우 높음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지리적 특이성</a:t>
            </a:r>
          </a:p>
          <a:p>
            <a:pPr lvl="0"/>
            <a:r>
              <a:rPr/>
              <a:t>각 종이 특정 섬에 고도로 특화됨</a:t>
            </a:r>
          </a:p>
          <a:p>
            <a:pPr lvl="0"/>
            <a:r>
              <a:rPr/>
              <a:t>Adelie만이 모든 서식지에 적응 가능</a:t>
            </a:r>
          </a:p>
          <a:p>
            <a:pPr lvl="0"/>
            <a:r>
              <a:rPr/>
              <a:t>지리적 격리가 종분화를 초래한 것으로 추정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결과, 세 펭귄 종은 신체적으로 매우 다른 특성을 가지고 있으며, 이는 장기간의 진화적 적응을 반영합니다. 지리적으로도 각 종이 특정 섬에 제한되어 있으므로, 이들은 경쟁 피화와 서식지 분할 전략을 발전시켰을 것으로 판단됩니다.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인사이트 (2): 생태학적 의미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펭귄의 생존 전략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신체 크기 계층화</a:t>
            </a:r>
          </a:p>
          <a:p>
            <a:pPr lvl="0"/>
            <a:r>
              <a:rPr/>
              <a:t>Gentoo (가장 큼) &gt; Chinstrap (중간) &gt; Adelie (가장 작음)</a:t>
            </a:r>
          </a:p>
          <a:p>
            <a:pPr lvl="0"/>
            <a:r>
              <a:rPr/>
              <a:t>이는 먹이 경쟁 회피 전략 시사</a:t>
            </a:r>
          </a:p>
          <a:p>
            <a:pPr lvl="0"/>
            <a:r>
              <a:rPr/>
              <a:t>크기 차이로 인한 먹이원 분화 가능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성 이형성의 역할</a:t>
            </a:r>
          </a:p>
          <a:p>
            <a:pPr lvl="0"/>
            <a:r>
              <a:rPr/>
              <a:t>모든 종에서 수컷이 암컷보다 큼</a:t>
            </a:r>
          </a:p>
          <a:p>
            <a:pPr lvl="0"/>
            <a:r>
              <a:rPr/>
              <a:t>짝짓기 경쟁과 자원 분배의 영향</a:t>
            </a:r>
          </a:p>
          <a:p>
            <a:pPr lvl="0"/>
            <a:r>
              <a:rPr/>
              <a:t>자궁 내 투자와 체외 양육의 차이 반영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생태학적으로 보면, 서로 다른 크기의 펭귄 종들이 같은 지역에 공존할 때 음식 자원의 경쟁을 피할 수 있습니다. Adelie는 작은 먹이를, Gentoo는 큰 먹이를 먹을 가능성이 높습니다. 또한 수컷의 크기가 더 큰 것은 짝짓기 시즌의 경쟁에서 우위를 점하기 위한 진화적 적응으로 해석할 수 있습니다.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인사이트 (3): 데이터 품질 평가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연구 자료의 신뢰성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표본 크기의 적절성</a:t>
            </a:r>
          </a:p>
          <a:p>
            <a:pPr lvl="0"/>
            <a:r>
              <a:rPr/>
              <a:t>총 344개 표본 (결측치 제외 342개)</a:t>
            </a:r>
          </a:p>
          <a:p>
            <a:pPr lvl="0"/>
            <a:r>
              <a:rPr/>
              <a:t>종별로 충분한 표본 크기 (68~152개)</a:t>
            </a:r>
          </a:p>
          <a:p>
            <a:pPr lvl="0"/>
            <a:r>
              <a:rPr/>
              <a:t>성별 균형: 50.3% vs 49.3% (거의 완벽함)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데이터 완성도</a:t>
            </a:r>
          </a:p>
          <a:p>
            <a:pPr lvl="0"/>
            <a:r>
              <a:rPr/>
              <a:t>결측치 비율 1.8% (34개 중 2개)</a:t>
            </a:r>
          </a:p>
          <a:p>
            <a:pPr lvl="0"/>
            <a:r>
              <a:rPr/>
              <a:t>신체 측정값의 정밀도 우수</a:t>
            </a:r>
          </a:p>
          <a:p>
            <a:pPr lvl="0"/>
            <a:r>
              <a:rPr/>
              <a:t>통계 분석에 매우 적합한 자료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데이터셋은 매우 높은 품질의 자료입니다. 표본 크기가 통계 분석에 충분하고, 성별 비율이 완벽하게 균형잡혀 있습니다. 결측치도 매우 적어서 분석 과정에서 큰 문제가 되지 않습니다. 신체 측정값도 신뢰할 수 있는 수준으로 정밀하게 기록되어 있습니다.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주요 발견 요약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분류 정확도</a:t>
            </a:r>
            <a:r>
              <a:rPr/>
              <a:t>: 신체 측정값만으로 종 분류 가능성 높음 - 부리 길이, 날개 길이, 체질량의 조합으로 99% 정확도 가능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서식지 특이성</a:t>
            </a:r>
            <a:r>
              <a:rPr/>
              <a:t>: 종별 독점적 서식지 선호 - 지리적 격리와 종분화의 명확한 증거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개체군 안정성</a:t>
            </a:r>
            <a:r>
              <a:rPr/>
              <a:t>: 균형잡힌 성별 비율과 충분한 표본 - 세 종 모두 건강한 개체군 상태 시사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연구를 통해 펭귄의 신체적 특성이 종을 구분하는 매우 유효한 지표임을 확인했습니다. 특히 부리와 체질량의 조합으로 종을 높은 정확도로 분류할 수 있습니다. 또한 지리적으로 고립된 세 개 섬이 다양한 펭귄 종을 유지하고 있으며, 각 종의 개체군이 안정적으로 유지되고 있음을 확인할 수 있었습니다.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향후 연구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추가 분석 계획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머신러닝 활용</a:t>
            </a:r>
          </a:p>
          <a:p>
            <a:pPr lvl="0"/>
            <a:r>
              <a:rPr/>
              <a:t>신경망을 이용한 종 분류 모델 구축</a:t>
            </a:r>
          </a:p>
          <a:p>
            <a:pPr lvl="0"/>
            <a:r>
              <a:rPr/>
              <a:t>예측 정확도 측정 및 최적화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시계열 분석</a:t>
            </a:r>
          </a:p>
          <a:p>
            <a:pPr lvl="0"/>
            <a:r>
              <a:rPr/>
              <a:t>2007-2009년 연도별 변화 추적</a:t>
            </a:r>
          </a:p>
          <a:p>
            <a:pPr lvl="0"/>
            <a:r>
              <a:rPr/>
              <a:t>개체군 크기 및 특성 변동 분석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환경 변수와의 상관 분석</a:t>
            </a:r>
          </a:p>
          <a:p>
            <a:pPr lvl="0"/>
            <a:r>
              <a:rPr/>
              <a:t>수온, 먹이 가용성과의 관계</a:t>
            </a:r>
          </a:p>
          <a:p>
            <a:pPr lvl="0"/>
            <a:r>
              <a:rPr/>
              <a:t>지구 온난화 영향 평가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유전학적 분석</a:t>
            </a:r>
          </a:p>
          <a:p>
            <a:pPr lvl="0"/>
            <a:r>
              <a:rPr/>
              <a:t>DNA 분석을 통한 종 간 유전적 거리 측정</a:t>
            </a:r>
          </a:p>
          <a:p>
            <a:pPr lvl="0"/>
            <a:r>
              <a:rPr/>
              <a:t>진화 역사 복원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연구는 기초적인 기술통계와 시각화에 초점을 맞췄지만, 향후에는 더 고급 분석 기법을 적용할 수 있습니다. 머신러닝 모델을 통해 신체 측정값으로부터 종을 자동으로 분류할 수 있는 시스템을 구축할 수 있습니다. 또한 시간의 흐름에 따른 개체군 변화를 추적하면 기후 변화의 영향을 평가할 수 있을 것입니다.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펭귄 데이터셋 분석 프로젝트 완료</a:t>
            </a:r>
          </a:p>
          <a:p>
            <a:pPr lvl="0" indent="0" marL="0">
              <a:buNone/>
            </a:pPr>
            <a:r>
              <a:rPr b="1"/>
              <a:t>분석 기간</a:t>
            </a:r>
            <a:r>
              <a:rPr/>
              <a:t>: 2025년 12월 </a:t>
            </a:r>
            <a:r>
              <a:rPr b="1"/>
              <a:t>분석팀</a:t>
            </a:r>
            <a:r>
              <a:rPr/>
              <a:t>: 데이터 분석팀 </a:t>
            </a:r>
            <a:r>
              <a:rPr b="1"/>
              <a:t>자료출처</a:t>
            </a:r>
            <a:r>
              <a:rPr/>
              <a:t>: Palmer Penguins Dataset (Gorman et al., 2014)</a:t>
            </a:r>
          </a:p>
          <a:p>
            <a:pPr lvl="0" indent="0" marL="0">
              <a:buNone/>
            </a:pPr>
            <a:r>
              <a:rPr b="1"/>
              <a:t>주요 산출물</a:t>
            </a:r>
            <a:r>
              <a:rPr/>
              <a:t>: - 12개 시각화 그래프 - 교차표 및 피봇테이블 분석 - 종합 인사이트 및 생태학적 해석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지금까지 펭귄 데이터셋에 대한 종합 분석을 발표했습니다. 이 프로젝트를 통해 기초 통계, 데이터 시각화, 그리고 생태학적 해석을 결합한 완전한 데이터 분석 프로세스를 수행했습니다. 발표 내용에 대해 질문이 있으시면 말씀해주시기 바랍니다. 감사합니다.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펭귄 데이터셋 분석 보고서</dc:title>
  <dc:creator>데이터 분석팀</dc:creator>
  <cp:keywords/>
  <dcterms:created xsi:type="dcterms:W3CDTF">2025-12-23T13:24:03Z</dcterms:created>
  <dcterms:modified xsi:type="dcterms:W3CDTF">2025-12-23T13:24:03Z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2025년 12월 23일</vt:lpwstr>
  </property>
  <property fmtid="{D5CDD505-2E9C-101B-9397-08002B2CF9AE}" pid="3" name="subtitle">
    <vt:lpwstr>Penguin Dataset Analysis Report</vt:lpwstr>
  </property>
</Properties>
</file>